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iOo4j1NF1wVTInn/sYeI1DpBIt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1ef955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21ef955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/>
              <a:t>14-795 Final Presentation</a:t>
            </a:r>
            <a:br>
              <a:rPr lang="en" sz="3000">
                <a:solidFill>
                  <a:srgbClr val="999999"/>
                </a:solidFill>
              </a:rPr>
            </a:br>
            <a:r>
              <a:rPr lang="en" sz="3000">
                <a:solidFill>
                  <a:srgbClr val="0000FF"/>
                </a:solidFill>
              </a:rPr>
              <a:t>Title</a:t>
            </a:r>
            <a:endParaRPr sz="3000">
              <a:solidFill>
                <a:srgbClr val="0000FF"/>
              </a:solidFill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rgbClr val="0000FF"/>
                </a:solidFill>
              </a:rPr>
              <a:t>Team member names</a:t>
            </a:r>
            <a:endParaRPr sz="2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Clearly describe the goals of the project 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You can reuse the problem description slide(s) from your proposal,</a:t>
            </a:r>
            <a:br>
              <a:rPr lang="en">
                <a:solidFill>
                  <a:srgbClr val="0000FF"/>
                </a:solidFill>
              </a:rPr>
            </a:br>
            <a:r>
              <a:rPr lang="en">
                <a:solidFill>
                  <a:srgbClr val="0000FF"/>
                </a:solidFill>
              </a:rPr>
              <a:t>but make sure to update them if you have refined your goals 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Feel free to use more than one slide for this section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System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Describe your working system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Be sure to distinguish between the part that was replicated from resources and the part that you have modified or added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It is a good idea to include a system diagram or flowchart in this section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You can adapt the proposed solution slide(s) from your proposal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Again, feel free to use more than one slide for this section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Show and explain results that illustrate how your system addresses the goals 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Again, feel free to use more than one slide for this section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Recommended future work</a:t>
            </a:r>
            <a:endParaRPr/>
          </a:p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State the next step (just one!) you would take to improve your system’s performance towards or beyond the goals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State what additional resources you would need in terms of computation, time and/or human resources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This is a hypothetical exercise, so think big!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Again, feel free to use more than one slide for this section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Justification for future work</a:t>
            </a:r>
            <a:endParaRPr/>
          </a:p>
        </p:txBody>
      </p:sp>
      <p:sp>
        <p:nvSpPr>
          <p:cNvPr id="85" name="Google Shape;8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Justify the next step by showing evidence from your working system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For example, the evidence may show that you should focus on collecting more training data instead of increasing the size of the model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Again, feel free to use more than one slide for this section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1ef9552c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91" name="Google Shape;91;g3a21ef9552c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