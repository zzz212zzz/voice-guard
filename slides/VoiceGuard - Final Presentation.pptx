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14-795  ·  FINAL PRESENTATION  ·  APR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VoiceGuard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Voice-Cloning Attack &amp; Detection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 Zeng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teammate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Gradio app that both clones voices and catches them.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tool where anyone can: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— clone a voice from 3–30 s of reference audio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— detect AI-generated speech with verdict + explanation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Voice-cloning scams projected at $40 B by 2027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tool pairs clone + detect in one interface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1234440"/>
            <a:ext cx="4846320" cy="3840480"/>
          </a:xfrm>
          <a:prstGeom prst="rect">
            <a:avLst/>
          </a:prstGeom>
          <a:solidFill>
            <a:srgbClr val="F8FA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234440"/>
            <a:ext cx="109728" cy="38404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goal after Challenge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14032" y="201168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"does it work?"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"is the detection calibrated and generalizable beyond the benchmark?"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4032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framing drives every Results slide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— Two-Tab Gradio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39496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39496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 ·  clone a voice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OpenVoice v2 (MyShell)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embedding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MeloTTS base waveform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Tone-color conversion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3–30 s reference audio + free text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.wav  +  similarity score (0–100 %)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3474720"/>
            <a:ext cx="274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60720" y="4023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Shield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539496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234440"/>
            <a:ext cx="5394960" cy="43891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234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  ·  detect deepfake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182880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W2V-AASIST (Tak et al. 2022)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 XLSR (300 M params)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 graph-attention backend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spoof_prob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REAL / SUSPICIOUS / FAKE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(0 – 100 %)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8-feature acoustic dashboard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 + spectrogram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end-to-end in  &lt; 30 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Replicated  vs.  Added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 (System)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/>
              <a:tblGrid>
                <a:gridCol w="4114800"/>
                <a:gridCol w="256032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OpenVoice 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MyShell (MIT)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as-is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W2V-AASIST  +  best_SSL_model_DF.pth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et al. (MIT)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pretrained weights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two-tab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scratch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"Send to Shield" workflow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scratch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AASIST attention heatmap overlay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× mel spectrogram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8-feature acoustic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 +  UI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Dataset-wide eval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scripts/eval_asvspoof.py (71 k eval)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Feature-distribution calibration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scripts/analyze_eval.py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In-the-wild domain-gap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scripts/in_the_wild_test.py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 —  Attack  →  Shield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 (Results)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clip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Clone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OpenVoice v2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cloned .wav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2C3E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371600"/>
            <a:ext cx="2743200" cy="4572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Send to Shield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74320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371600"/>
            <a:ext cx="274320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Verdict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1874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 99.97 %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2471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94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end-to-end  &lt;  30 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297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Clone &amp; Speak → cloned audio + similarity score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Shield → verdict  FAKE @ 99.97 %  + attention heatmap highlighting artifact bands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recording available  ·  fallback if live demo fails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 —  ASVspoof 2019 LA  (full eval)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 (Results)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jerryzeng/Documents/Voice Guard/.claude/worktrees/angry-wilson-c6077d/scripts/output/asvspoof_eval/full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132320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128016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0" y="1280160"/>
            <a:ext cx="82296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135331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0.146 %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028432" y="181782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 (paper reports ~0.7 %)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237744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0" y="2377440"/>
            <a:ext cx="82296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8432" y="245059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99.77 %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028432" y="291510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347472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0" y="3474720"/>
            <a:ext cx="82296" cy="9601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8432" y="354787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0.109 %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028432" y="401238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  8 / 7,355 bonafide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63840" y="4572000"/>
            <a:ext cx="384048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0" y="4572000"/>
            <a:ext cx="82296" cy="9601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8432" y="4645152"/>
            <a:ext cx="3611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0.244 %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8028432" y="5109667"/>
            <a:ext cx="361188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   156 / 63,882 spoof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=  71,237  ·  7,355 bonafide  +  63,882 spoof  ·  8 h 14 min on 4 CPU workers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 —  13 Deepfake Attack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 (Results)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jerryzeng/Documents/Voice Guard/.claude/worktrees/angry-wilson-c6077d/scripts/output/asvspoof_eval/full/per_attack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8638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280160"/>
            <a:ext cx="3383280" cy="4846320"/>
          </a:xfrm>
          <a:prstGeom prst="rect">
            <a:avLst/>
          </a:prstGeom>
          <a:solidFill>
            <a:srgbClr val="F8FA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0" y="1280160"/>
            <a:ext cx="82296" cy="484632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0" y="192024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  attacks detected at 100.0 %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Hardest: A10 (98.5 %) — end-to-end TTS w/ WaveNet vocoder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Runner-up: A11 (99.4 %) WaveRNN, A19 (99.6 %) transfer TTS+VC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detection: 99.8 % — no attack is a systemic blind spot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≈ 4,914 utterances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generalizes across TTS, VC, and neural-vocoder synthesis methods at scale.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 —  Feature Calibration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 (Results)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jerryzeng/Documents/Voice Guard/.claude/worktrees/angry-wilson-c6077d/scripts/output/asvspoof_eval/full/feature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68680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35440" y="1188720"/>
            <a:ext cx="26517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35440" y="1188720"/>
            <a:ext cx="82296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00032" y="1261872"/>
            <a:ext cx="24231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400032" y="1803197"/>
            <a:ext cx="24231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(Challenge Analysis)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235440" y="2468880"/>
            <a:ext cx="26517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0" y="2468880"/>
            <a:ext cx="82296" cy="10972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0032" y="2542032"/>
            <a:ext cx="24231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71,237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9400032" y="3083357"/>
            <a:ext cx="24231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now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5,000× more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384048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45168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Challenge-Analysis weakness #2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45168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Shimmer, F0 CV, Energy CV separate cleanly — ready for UI percentile context.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56235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plots: black line = median; colored region = kernel density.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Found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headline finding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" cy="146304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3312"/>
            <a:ext cx="43434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0.109 %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2099462"/>
            <a:ext cx="434340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on ASVspoof 2019 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studio-quality, 7,355 real utterances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5720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82296" cy="1463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99232"/>
            <a:ext cx="43434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80.0 %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" y="3745382"/>
            <a:ext cx="434340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on in-the-wild real humans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laptop mic, n =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45720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63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730×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increase from benchmark → wild</a:t>
            </a:r>
            <a:endParaRPr lang="en-US" sz="1400" dirty="0"/>
          </a:p>
        </p:txBody>
      </p:sp>
      <p:pic>
        <p:nvPicPr>
          <p:cNvPr id="17" name="Image 0" descr="/Users/jerryzeng/Documents/Voice Guard/.claude/worktrees/angry-wilson-c6077d/scripts/output/asvspoof_eval/domain_gap_f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80160"/>
            <a:ext cx="6492240" cy="43891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94960" y="5760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 benchmark, the model is near-perfect.  On everyday audio, 4 / 5 real humans are mis-flagged as AI.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 —  one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Domain-adaptive fine-tuning  on diverse real-world speech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669280" cy="3474720"/>
          </a:xfrm>
          <a:prstGeom prst="rect">
            <a:avLst/>
          </a:prstGeom>
          <a:solidFill>
            <a:srgbClr val="F8FAFC"/>
          </a:solidFill>
          <a:ln w="15875">
            <a:solidFill>
              <a:srgbClr val="2E8B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91440" cy="34747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80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 —  collect ≥ 1,000 hrs real human audio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codecs  (µ-law, Opus, GSM)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mics  (laptop, earbuds, headset)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conditions  (café, car, wind)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demographically diverse speakers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with ASVspoof, fine-tune end-to-end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743200"/>
            <a:ext cx="5212080" cy="3474720"/>
          </a:xfrm>
          <a:prstGeom prst="rect">
            <a:avLst/>
          </a:prstGeom>
          <a:solidFill>
            <a:srgbClr val="F8FAFC"/>
          </a:solidFill>
          <a:ln w="15875">
            <a:solidFill>
              <a:srgbClr val="DD6B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743200"/>
            <a:ext cx="91440" cy="347472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— think big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33832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A100-week  GPU for fine-tuning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 FTE-months  for data collection + labelling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 k  microphones + speaker honoraria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on both benchmark and new in-the-wild set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 —  evidence from our eval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18320" y="320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5 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77240" cy="224028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FPR is already near-zero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0.109 %  (8 / 7,355 real).  A bigger / deeper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help when you're already at the floor.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280160"/>
            <a:ext cx="777240" cy="22402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22376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In-the-wild FPR is catastrophic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148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 (4 / 5 real humans).  A ~730× degradation that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distribution mismatch, not model size.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777240" cy="2240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is fine — data isn't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W2V-AASIST paper: EER ~0.7 % when train ≈ test.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reproduction:  EER 0.146 %  — within range.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703320"/>
            <a:ext cx="566928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703320"/>
            <a:ext cx="777240" cy="224028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703320"/>
            <a:ext cx="777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722376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already separate real / fake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572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71 k scale, shimmer / F0-CV / energy-CV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split cleanly → signal exists, domain doesn't.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Fine-tuning on diverse real speech is a higher-leverage investment than architectural changes or a bigger model.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clone + detect tool  —  attack → shield in  &lt; 30 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633472"/>
            <a:ext cx="914400" cy="91440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2724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36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full scale:  99.77 % accuracy,  0.109 % FPR,  EER  0.146 %   (N = 71,237)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803904"/>
            <a:ext cx="914400" cy="9144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039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38953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3068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FPR on in-the-wild real humans  —  ~730× benchmark FPR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974336"/>
            <a:ext cx="914400" cy="9144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743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828800" y="50657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54772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diverse real-world speech  +  domain-adapt fine-tune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listening.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2019 LA? · 5 in-the-wild samples? · fine-tune in-house? · heatmap as explanation?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14-795 Final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VoiceGuard: Voice Cloning Attack &amp; Detection</dc:title>
  <dc:subject>PptxGenJS Presentation</dc:subject>
  <dc:creator>Jerry Zeng</dc:creator>
  <cp:lastModifiedBy>Jerry Zeng</cp:lastModifiedBy>
  <cp:revision>1</cp:revision>
  <dcterms:created xsi:type="dcterms:W3CDTF">2026-04-18T16:46:16Z</dcterms:created>
  <dcterms:modified xsi:type="dcterms:W3CDTF">2026-04-18T16:46:16Z</dcterms:modified>
</cp:coreProperties>
</file>